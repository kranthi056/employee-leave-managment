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64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5583-6ED9-82D0-C40E-491D07FC6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5225A-8EA8-9CBF-341E-E58B3D2C6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B3A40-BAC9-EAF2-E217-246653BF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1BFB8-BF5E-DDE2-CDF6-FEED1516C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BE84A-E835-4B48-A9E3-1B9BA2EA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528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255E-B75F-49DC-2AE6-3CB9437C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71883-E5F3-D095-D561-9E6536F56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CCFC2-9434-C436-1B62-F29D7739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0C8A8-5F1E-E623-345C-B83845636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75FD4-73B3-E824-F75F-373FBCCEF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60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0B7-FCC2-80ED-4D61-58710E307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3352A-8678-F0A1-7889-D28E3E794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F3A36-0654-A7B2-3F67-A45C9205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3C809-183E-3FC6-3E2D-A0418987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0484B-6EC7-ECEB-EC40-89D48E53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98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C2F07-697B-05FF-FB3E-B2D9C234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8F68-CB83-588D-14EA-5E79D2F2A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09119-E7F5-F5FD-198D-3F48C087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456E3-2698-B39E-A7EA-2F2C06CDF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83E29-6BE0-699C-BDD0-6792565CF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14CF4-E29B-6AE8-F727-28E7FBD7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3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0B4A-6431-69F8-9142-33F93318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57F2F-9CCA-6EBB-95D7-0886EA5EC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9EF9B-31C0-6165-6846-897412674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FDDA8-708A-ACE6-9C89-615DCDEF6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15BF6-F6F9-5BFF-F110-32E9A4797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8D862-14E7-E841-FD2B-C88EE5E4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98638-D8E6-1B43-EBDD-BB6A043F7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105A3-5541-7CBB-2BA6-88EE4BED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84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91B2-85F0-DE9E-50D8-1399F842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D66F5-F72D-5886-E915-227DB6CC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00422-BD88-6DF4-3B05-9E1C91B2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0AE45-75B8-A232-2E9B-259AE9AC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999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0C4A0-50C6-339A-5B9A-02B43997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69442-362F-9363-5E79-672F6B09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A2AB9-BF23-557C-7E42-58CEDDAC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87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BC36-4373-51B1-B70C-73747864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57777-6635-B7F5-7EAF-A4C23F2AF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F731D-FC6B-59B7-E6DE-79779641D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BBD3C-61D1-DD33-38DC-F73ED2C8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B6123-CA8B-39EB-31DE-10B3AFA7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6D3FF-D73F-9F75-1F77-9A5FBEC1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66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E34D-8DDE-CA00-D873-DCC010D4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20BB2A-94EE-12A4-915D-9A0A04DB1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C7FC5-7B7A-17A8-7BCF-09937B2C0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6696A-B2B8-0296-2D53-0F5F8CBB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586EC-9BF7-866C-D92F-30E2A2EE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3C963-6877-D7BC-06DE-4D78192C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459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CB74-75C9-9D7A-4588-4EDA23B4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41C5B-DD28-7E78-A363-6541FDB5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BFB7E-F83D-A767-4CE3-89C20372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B2679-304A-FD95-80B4-8E1DA473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6809-6665-04B8-06A2-10A82BD8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97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5C78FE-B067-41AC-43E9-9CE85BDFD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88F83-4D27-AE24-A6F2-02F46F26E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B5A6A-2363-83EB-7F03-F76C3AD0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F5E5-E862-10EF-7831-962DCE65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2AB7C-B89A-76B6-666A-843752EE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41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03863-F952-607C-3EAE-E5CD321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3B3FD-A0BF-0F36-E552-ECA0DB36B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FC3E3-4C4C-617D-5D22-780337B0E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C5E71-2622-441E-B9C2-A9EE9801C2B9}" type="datetimeFigureOut">
              <a:rPr lang="en-IN" smtClean="0"/>
              <a:t>21-12-2025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CD38E-E7C1-9D67-AEDE-98D7ECB54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36464-6D3A-4309-AE68-6B2233426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F7971-10C1-457E-8A8C-07571A023F9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8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linux-unix/the-linux-kernel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E2EDA5-49B7-531D-2767-FD10E94920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1CB70-5B92-166A-80E8-3A06632DB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7581" y="5497034"/>
            <a:ext cx="3838354" cy="1010092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Kranthi Kiran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Linux and Githb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37AFE2-8CBD-2C6B-B77C-41C5C87E5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26671"/>
            <a:ext cx="12192000" cy="101009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and Github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0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9BAB-EA1A-047C-8DFE-48C9DFB4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6301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b="1" dirty="0"/>
              <a:t>What is Linux: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30879-BE0C-88BD-4567-3931780BC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6301"/>
            <a:ext cx="12192000" cy="59116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is based on the UNIX operating system.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is a powerful, multi-user, multitasking operating system originally developed in the 1970s at AT&amp;T Bell Labs.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combines a wide range of open-source tools and components to form a complete computing environment.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Linux: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layered structure of the Linux operating system that defines how its components - such as the kernel, shell, system libraries, and hardware - interact with each other to manage system resources and execute user programs efficiently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Kernel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kernel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core of the Linux operating system that manages hardware resources and controls communication between software and hardware.</a:t>
            </a:r>
          </a:p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Libraries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libraries provide essential functions that allow applications to interact with the kernel without needing to access it directly.</a:t>
            </a:r>
          </a:p>
        </p:txBody>
      </p:sp>
    </p:spTree>
    <p:extLst>
      <p:ext uri="{BB962C8B-B14F-4D97-AF65-F5344CB8AC3E}">
        <p14:creationId xmlns:p14="http://schemas.microsoft.com/office/powerpoint/2010/main" val="4135101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23AFC-58A7-1867-7D7E-C7388F4EC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fontAlgn="base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Shell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command-line interface that allows users to communicate with the operating system by entering command. Interprets and executes user commands.</a:t>
            </a:r>
          </a:p>
          <a:p>
            <a:pPr marL="0" indent="0" fontAlgn="base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Hardware Layer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CPU, RAM, storage, and input/output devices.</a:t>
            </a:r>
          </a:p>
          <a:p>
            <a:pPr marL="0" indent="0" fontAlgn="base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System Utilities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utilities are built-in tools that help users manage, configure, and maintain the operating system. Used for tasks like software installation, user management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Linux Operating System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and Hosting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high stability, security, and uptime for critical services.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programming languages and frameworks.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learn programming, networking, and system administration.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55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8BF3-8DEA-6677-C36D-FF2146E7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1999" cy="903766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commands: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BEE9E-362F-CD67-845C-E303DCCEB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3767"/>
            <a:ext cx="12192000" cy="595423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0" indent="0" algn="just" fontAlgn="base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Ls command 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contents of the current working directory or a specified path.. Lists items in alphabetical order by default.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pwd command: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the full path of your current working directory from the root directory.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cd command: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navigate between directories in the file system and also essential for exploring different locations within the Linux environment.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cp command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used to duplicate files or directories from one location to another within the file system and also file permissions and structure are retained during the copy process.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  source_file destination_file.</a:t>
            </a:r>
          </a:p>
          <a:p>
            <a:pPr marL="0" indent="0" algn="just" fontAlgn="base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5.mv  command 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used to move or rename files and directories. It does not create a copy of the file; instead, it changes its location or name.</a:t>
            </a:r>
          </a:p>
          <a:p>
            <a:pPr algn="just" fontAlgn="base">
              <a:buFont typeface="Wingdings" panose="05000000000000000000" pitchFamily="2" charset="2"/>
              <a:buChar char="q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: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 old_file new_file</a:t>
            </a:r>
          </a:p>
          <a:p>
            <a:pPr algn="just" fontAlgn="base"/>
            <a:endParaRPr lang="en-US" sz="2400" dirty="0"/>
          </a:p>
          <a:p>
            <a:pPr marL="0" indent="0" algn="just" fontAlgn="base">
              <a:buNone/>
            </a:pPr>
            <a:br>
              <a:rPr lang="en-US" dirty="0"/>
            </a:b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24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BF43-E8FE-159F-F21E-9B852DE0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049854"/>
          </a:xfr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65122-11A3-1E44-095B-0A170E3EA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049855"/>
            <a:ext cx="5295458" cy="82391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Command: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6B163-B161-7DA8-28ED-D2FB17C9F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" y="1873767"/>
            <a:ext cx="5295826" cy="498423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file: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 even_odd.sh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execute permission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chmod +x even_odd.sh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script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./even_odd.sh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B5940-7504-787B-5CEA-3681B0676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08812" y="1049855"/>
            <a:ext cx="5183188" cy="82391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EC361-F379-8048-10DC-37111A964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08812" y="1873767"/>
            <a:ext cx="5183188" cy="498423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#!/bin/bash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"Enter a number:“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num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[ $((num % 2)) -eq 0 ]; then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echo "Even“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echo "Odd"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number: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</a:p>
          <a:p>
            <a:pPr marL="0" indent="0">
              <a:buNone/>
            </a:pPr>
            <a:endParaRPr lang="en-IN" sz="2000" dirty="0"/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14164-9FE7-B5E9-DCEF-3CF639923156}"/>
              </a:ext>
            </a:extLst>
          </p:cNvPr>
          <p:cNvSpPr/>
          <p:nvPr/>
        </p:nvSpPr>
        <p:spPr>
          <a:xfrm>
            <a:off x="5295643" y="1049855"/>
            <a:ext cx="1712985" cy="580814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817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539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Linux and Github</vt:lpstr>
      <vt:lpstr>What is Linux:</vt:lpstr>
      <vt:lpstr>PowerPoint Presentation</vt:lpstr>
      <vt:lpstr>Linux commands:</vt:lpstr>
      <vt:lpstr>Code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Kranthi Kiran</dc:creator>
  <cp:lastModifiedBy>P Kranthi Kiran</cp:lastModifiedBy>
  <cp:revision>1</cp:revision>
  <dcterms:created xsi:type="dcterms:W3CDTF">2025-12-21T18:01:57Z</dcterms:created>
  <dcterms:modified xsi:type="dcterms:W3CDTF">2025-12-21T19:44:41Z</dcterms:modified>
</cp:coreProperties>
</file>